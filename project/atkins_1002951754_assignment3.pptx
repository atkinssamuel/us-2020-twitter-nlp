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2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C8948-885F-414A-8732-9FDE2337E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FFAB48-AE8F-489C-8572-297E1833A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67C43-09A0-4D4A-BBA9-C63E78F22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2A1C-C44D-4829-ABC8-A7D0FCB02DEC}" type="datetimeFigureOut">
              <a:rPr lang="en-CA" smtClean="0"/>
              <a:t>2020-11-05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C8B8C-41DC-4785-8C21-6C59F5671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928D2-9A36-47DF-996E-701C8F2D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B54C5-508F-4AB9-AA81-29E6DDF7A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172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AD54-A920-4EE6-A9F8-551A648A6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9838F-EDFA-4AB8-97B7-E4890DE94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31BE1-15A5-4EAF-8DA4-7EEEBBA2D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2A1C-C44D-4829-ABC8-A7D0FCB02DEC}" type="datetimeFigureOut">
              <a:rPr lang="en-CA" smtClean="0"/>
              <a:t>2020-11-05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0B77A-D02D-4014-9EBF-666B00922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F2158-A42E-4ECF-BCDE-D83F6F8D7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B54C5-508F-4AB9-AA81-29E6DDF7A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4707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D5B7B-C03F-40E9-9EE2-5D20DFBE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E3378-E22D-45EF-BE7E-CAC68D9AF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BF7C4-9D35-4186-9236-92C575F67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2A1C-C44D-4829-ABC8-A7D0FCB02DEC}" type="datetimeFigureOut">
              <a:rPr lang="en-CA" smtClean="0"/>
              <a:t>2020-11-05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CCA72-C061-40E8-B310-D50AE6BE7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89605-2392-4148-9DD6-BAA08EC9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B54C5-508F-4AB9-AA81-29E6DDF7A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66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4121-EEFA-4C05-A82B-89C9CA13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FC72F-E8F9-438D-8848-D787950B5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37474-52B4-4902-B99C-D7B1AD99F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72251-8323-484D-8BEE-C0786FE49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2A1C-C44D-4829-ABC8-A7D0FCB02DEC}" type="datetimeFigureOut">
              <a:rPr lang="en-CA" smtClean="0"/>
              <a:t>2020-11-05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93638-2BB6-481D-AFDA-8319431B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A706C-E804-4A4F-8331-6DB19B2DC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B54C5-508F-4AB9-AA81-29E6DDF7A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725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D31E-8A9E-47D0-9138-941A6E09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4A7F3-4888-4A15-B35D-144BC5C0F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C0576-E2EB-406E-BDE6-12E192977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CE74A-D92C-4B8B-8D0D-FBB55F597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ABB46-5590-4985-A76E-5028AED78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103F8-5D15-4422-93E6-E41226B34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2A1C-C44D-4829-ABC8-A7D0FCB02DEC}" type="datetimeFigureOut">
              <a:rPr lang="en-CA" smtClean="0"/>
              <a:t>2020-11-05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E5DBC3-EF77-4CA7-9764-CBB71E58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71C5BC-2750-4A95-A45E-A6F58C40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B54C5-508F-4AB9-AA81-29E6DDF7A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0684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E4A21-40FA-4A58-B60A-0E09AC47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DA731-FB50-47CC-B789-B6FE8F98D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2A1C-C44D-4829-ABC8-A7D0FCB02DEC}" type="datetimeFigureOut">
              <a:rPr lang="en-CA" smtClean="0"/>
              <a:t>2020-11-05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3B2A9-C949-474B-BB2A-94AF37EDB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7FD3EF-CEC4-4680-ACC9-2623498E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B54C5-508F-4AB9-AA81-29E6DDF7A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325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4CBD3E-17EE-4DD3-B8B5-6C227193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2A1C-C44D-4829-ABC8-A7D0FCB02DEC}" type="datetimeFigureOut">
              <a:rPr lang="en-CA" smtClean="0"/>
              <a:t>2020-11-05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B0A640-E3FC-4F9E-8428-C3BB39A6D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B3B33-FDCF-4568-9B4A-265AC533C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B54C5-508F-4AB9-AA81-29E6DDF7A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847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C285F-048C-409D-B393-7A08C9CC3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C2372-20B0-4301-A2B5-72C00C144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69176-0C56-4721-BADA-FADB389A7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8B2EE-2FC6-43FA-917D-4BA5792BF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2A1C-C44D-4829-ABC8-A7D0FCB02DEC}" type="datetimeFigureOut">
              <a:rPr lang="en-CA" smtClean="0"/>
              <a:t>2020-11-05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760AF-A988-4092-8175-65A0212B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6E5BB-8381-4BD8-BD1C-4B89D66D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B54C5-508F-4AB9-AA81-29E6DDF7A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5294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CA14-C041-4212-9468-ECB4D59EE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0654C5-4F24-4A18-B78C-DAFA1AE52A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FD62D-EA9C-4C29-99DF-E6525C7F8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4E964-A7A4-47D9-94F8-521EBB53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2A1C-C44D-4829-ABC8-A7D0FCB02DEC}" type="datetimeFigureOut">
              <a:rPr lang="en-CA" smtClean="0"/>
              <a:t>2020-11-05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204AE-BF75-4239-8E96-CB03D1C69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1C79D-C1F8-4A46-9FAD-B54781C2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B54C5-508F-4AB9-AA81-29E6DDF7A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7835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ADF98-197A-4494-AFCD-5DD19D1D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7E8CE-E027-4A97-B32D-FCCC9F246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01336-BFAA-45F0-AEC4-EFEEF53B0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2A1C-C44D-4829-ABC8-A7D0FCB02DEC}" type="datetimeFigureOut">
              <a:rPr lang="en-CA" smtClean="0"/>
              <a:t>2020-11-05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454D3-6F54-4130-ACE8-9171C34CF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96936-EEB8-4C3B-B6AF-27F4F659B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B54C5-508F-4AB9-AA81-29E6DDF7A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5874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4333BD-2F59-42D1-842A-ED5F2FD7A6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635EA-8483-4B54-85F6-25C22FAE9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B630A-0501-4AB4-A530-44BF86F3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62A1C-C44D-4829-ABC8-A7D0FCB02DEC}" type="datetimeFigureOut">
              <a:rPr lang="en-CA" smtClean="0"/>
              <a:t>2020-11-05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060D9-7687-4500-BA34-1FED159C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1E359-FEEF-489A-8D70-EDCB2730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B54C5-508F-4AB9-AA81-29E6DDF7A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5775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81791E-B6C4-475E-896B-E80569C4F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FEE55-0A9E-4D1E-9549-F0D421236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FC196-E8E0-4FCF-B57C-A47B7DA6E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362A1C-C44D-4829-ABC8-A7D0FCB02DEC}" type="datetimeFigureOut">
              <a:rPr lang="en-CA" smtClean="0"/>
              <a:t>2020-11-05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B41F4-59B1-4263-9F03-C7411D0F7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BD2CF-5507-40C4-AD8C-DA667D6A2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B54C5-508F-4AB9-AA81-29E6DDF7A1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915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BA22-97F7-463D-8807-5D55A015B3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0AADF-1B30-46C4-BB3D-15A295DF8A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290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Atkins</dc:creator>
  <cp:lastModifiedBy>Sam Atkins</cp:lastModifiedBy>
  <cp:revision>1</cp:revision>
  <dcterms:created xsi:type="dcterms:W3CDTF">2020-11-05T19:59:37Z</dcterms:created>
  <dcterms:modified xsi:type="dcterms:W3CDTF">2020-11-05T20:00:11Z</dcterms:modified>
</cp:coreProperties>
</file>